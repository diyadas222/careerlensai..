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6" d="100"/>
          <a:sy n="26" d="100"/>
        </p:scale>
        <p:origin x="122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Diya 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" y="120"/>
            <a:ext cx="600" cy="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9612595705</a:t>
            </a:r>
          </a:p>
          <a:p>
            <a:r>
              <a:t>Email: diyadasam@gmail.com</a:t>
            </a:r>
          </a:p>
          <a:p>
            <a:r>
              <a:t>GitHub: https://github.com/DiyaDas222</a:t>
            </a:r>
          </a:p>
          <a:p>
            <a:r>
              <a:t>City: Tripura, India</a:t>
            </a:r>
          </a:p>
          <a:p>
            <a:endParaRPr/>
          </a:p>
          <a:p>
            <a:r>
              <a:t>Career Objective:</a:t>
            </a:r>
          </a:p>
          <a:p>
            <a:r>
              <a:t>Motivated Computer Science student interested in research and software development, seeking an internship to apply programming and analytical skills.</a:t>
            </a:r>
          </a:p>
          <a:p>
            <a:endParaRPr/>
          </a:p>
          <a:p>
            <a:r>
              <a:t>Technical Skills:</a:t>
            </a:r>
          </a:p>
          <a:p>
            <a:r>
              <a:t>Programming: C, C++, Java, Python</a:t>
            </a:r>
          </a:p>
          <a:p>
            <a:r>
              <a:t>Web: HTML, CSS, JavaScript</a:t>
            </a:r>
          </a:p>
          <a:p>
            <a:r>
              <a:t>Concepts: Data Structures, Algorithms, 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&amp; 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" y="120"/>
            <a:ext cx="600" cy="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B.Tech (Computer Science) – ICFAI University Tripura</a:t>
            </a:r>
          </a:p>
          <a:p>
            <a:r>
              <a:t>Year: 2nd | CGPA: 8.72</a:t>
            </a:r>
          </a:p>
          <a:p>
            <a:endParaRPr/>
          </a:p>
          <a:p>
            <a:r>
              <a:t>Class XII – Sunflower English Medium Academy (TBSE) – 81.2%</a:t>
            </a:r>
          </a:p>
          <a:p>
            <a:r>
              <a:t>Class X – Sunflower English Medium Academy (TBSE) – 92%</a:t>
            </a:r>
          </a:p>
          <a:p>
            <a:endParaRPr/>
          </a:p>
          <a:p>
            <a:r>
              <a:t>Certifications:</a:t>
            </a:r>
          </a:p>
          <a:p>
            <a:r>
              <a:t>Deloitte Australia – Cyber Job Simulation (Forage)</a:t>
            </a:r>
          </a:p>
          <a:p>
            <a:r>
              <a:t>Google Cloud Skill Badges</a:t>
            </a:r>
          </a:p>
          <a:p>
            <a:r>
              <a:t>Introduction to IoT – Cisco</a:t>
            </a:r>
          </a:p>
          <a:p>
            <a:endParaRPr/>
          </a:p>
          <a:p>
            <a:r>
              <a:t>GitHub Repository Work:</a:t>
            </a:r>
          </a:p>
          <a:p>
            <a:r>
              <a:t>Banking System Implementation (Java)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</Words>
  <Application>Microsoft Office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Diya Das</vt:lpstr>
      <vt:lpstr>Education &amp; Certifications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Diya Das</cp:lastModifiedBy>
  <cp:revision>1</cp:revision>
  <dcterms:created xsi:type="dcterms:W3CDTF">2013-01-27T09:14:16Z</dcterms:created>
  <dcterms:modified xsi:type="dcterms:W3CDTF">2026-03-09T14:28:16Z</dcterms:modified>
  <cp:category/>
</cp:coreProperties>
</file>